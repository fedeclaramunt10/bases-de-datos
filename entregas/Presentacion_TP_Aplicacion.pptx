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9" r:id="rId2"/>
    <p:sldId id="261" r:id="rId3"/>
    <p:sldId id="281" r:id="rId4"/>
    <p:sldId id="282" r:id="rId5"/>
    <p:sldId id="283" r:id="rId6"/>
    <p:sldId id="284" r:id="rId7"/>
    <p:sldId id="262" r:id="rId8"/>
    <p:sldId id="287" r:id="rId9"/>
    <p:sldId id="288" r:id="rId10"/>
    <p:sldId id="289" r:id="rId11"/>
    <p:sldId id="290" r:id="rId1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779CC93D-E52E-4D84-901B-11D7331DD495}">
          <p14:sldIdLst>
            <p14:sldId id="259"/>
          </p14:sldIdLst>
        </p14:section>
        <p14:section name="Información general y objetivos" id="{ABA716BF-3A5C-4ADB-94C9-CFEF84EBA240}">
          <p14:sldIdLst>
            <p14:sldId id="261"/>
            <p14:sldId id="281"/>
            <p14:sldId id="282"/>
            <p14:sldId id="283"/>
            <p14:sldId id="284"/>
            <p14:sldId id="262"/>
            <p14:sldId id="287"/>
            <p14:sldId id="288"/>
            <p14:sldId id="289"/>
            <p14:sldId id="290"/>
          </p14:sldIdLst>
        </p14:section>
        <p14:section name="Diapositivas de muestra para elementos visuales" id="{BAB3A466-96C9-4230-9978-795378D75699}">
          <p14:sldIdLst/>
        </p14:section>
        <p14:section name="Caso práctico" id="{8C0305C9-B152-4FBA-A789-FE1976D53990}">
          <p14:sldIdLst/>
        </p14:section>
        <p14:section name="Conclusión y resumen" id="{790CEF5B-569A-4C2F-BED5-750B08C0E5AD}">
          <p14:sldIdLst/>
        </p14:section>
        <p14:section name="Apéndice" id="{3F78B471-41DA-46F2-A8E4-97E471896AB3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ED6"/>
    <a:srgbClr val="0033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74" autoAdjust="0"/>
    <p:restoredTop sz="83977" autoAdjust="0"/>
  </p:normalViewPr>
  <p:slideViewPr>
    <p:cSldViewPr>
      <p:cViewPr varScale="1">
        <p:scale>
          <a:sx n="62" d="100"/>
          <a:sy n="62" d="100"/>
        </p:scale>
        <p:origin x="-16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4" d="100"/>
        <a:sy n="154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314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es-ES" sz="1200"/>
            </a:lvl1pPr>
          </a:lstStyle>
          <a:p>
            <a:endParaRPr lang="es-E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es-ES" sz="1200"/>
            </a:lvl1pPr>
          </a:lstStyle>
          <a:p>
            <a:fld id="{D83FDC75-7F73-4A4A-A77C-09AADF00E0EA}" type="datetimeFigureOut">
              <a:rPr lang="es-ES" smtClean="0"/>
              <a:pPr/>
              <a:t>14/07/2025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es-ES" sz="1200"/>
            </a:lvl1pPr>
          </a:lstStyle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es-ES" sz="1200"/>
            </a:lvl1pPr>
          </a:lstStyle>
          <a:p>
            <a:fld id="{459226BF-1F13-42D3-80DC-373E7ADD1EBC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95528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es-ES"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es-ES" sz="1200"/>
            </a:lvl1pPr>
          </a:lstStyle>
          <a:p>
            <a:fld id="{48AEF76B-3757-4A0B-AF93-28494465C1DD}" type="datetimeFigureOut">
              <a:pPr/>
              <a:t>12/17/2009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es-ES"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es-ES" sz="1200"/>
            </a:lvl1pPr>
          </a:lstStyle>
          <a:p>
            <a:fld id="{75693FD4-8F83-4EF7-AC3F-0DC0388986B0}" type="slidenum"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472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r>
              <a:rPr lang="es-ES" dirty="0" smtClean="0"/>
              <a:t>Esta plantilla se puede usar como archivo de inicio para presentar materiales educativos en un entorno de grupo.</a:t>
            </a:r>
          </a:p>
          <a:p>
            <a:endParaRPr lang="es-ES" dirty="0" smtClean="0"/>
          </a:p>
          <a:p>
            <a:pPr lvl="0"/>
            <a:r>
              <a:rPr lang="es-ES" sz="1200" b="1" dirty="0" smtClean="0"/>
              <a:t>Secciones</a:t>
            </a:r>
            <a:endParaRPr lang="es-ES" sz="1200" b="0" dirty="0" smtClean="0"/>
          </a:p>
          <a:p>
            <a:pPr lvl="0"/>
            <a:r>
              <a:rPr lang="es-ES" sz="1200" b="0" dirty="0" smtClean="0"/>
              <a:t>Para agregar secciones, haga clic con el botón secundario del mouse en una diapositiva.</a:t>
            </a:r>
            <a:r>
              <a:rPr lang="es-ES" sz="1200" b="0" baseline="0" dirty="0" smtClean="0"/>
              <a:t> Las secciones pueden ayudarle a organizar las diapositivas o a facilitar la colaboración entre varios autores.</a:t>
            </a:r>
            <a:endParaRPr lang="es-ES" sz="1200" b="0" dirty="0" smtClean="0"/>
          </a:p>
          <a:p>
            <a:pPr lvl="0"/>
            <a:endParaRPr lang="es-ES" sz="1200" b="1" dirty="0" smtClean="0"/>
          </a:p>
          <a:p>
            <a:pPr lvl="0"/>
            <a:r>
              <a:rPr lang="es-ES" sz="1200" b="1" dirty="0" smtClean="0"/>
              <a:t>Notas</a:t>
            </a:r>
          </a:p>
          <a:p>
            <a:pPr lvl="0"/>
            <a:r>
              <a:rPr lang="es-ES" sz="1200" dirty="0" smtClean="0"/>
              <a:t>Use la sección Notas para las notas de entrega o para proporcionar detalles adicionales al público.</a:t>
            </a:r>
            <a:r>
              <a:rPr lang="es-ES" sz="1200" baseline="0" dirty="0" smtClean="0"/>
              <a:t> Vea las notas en la vista Presentación durante la presentación. </a:t>
            </a:r>
          </a:p>
          <a:p>
            <a:pPr lvl="0">
              <a:buFontTx/>
              <a:buNone/>
            </a:pPr>
            <a:r>
              <a:rPr lang="es-ES" sz="1200" dirty="0" smtClean="0"/>
              <a:t>Tenga en cuenta el tamaño de la fuente (es importante para la accesibilidad, visibilidad, grabación en vídeo y producción en línea)</a:t>
            </a:r>
          </a:p>
          <a:p>
            <a:pPr lvl="0"/>
            <a:endParaRPr lang="es-ES" sz="1200" dirty="0" smtClean="0"/>
          </a:p>
          <a:p>
            <a:pPr lvl="0">
              <a:buFontTx/>
              <a:buNone/>
            </a:pPr>
            <a:r>
              <a:rPr lang="es-ES" sz="1200" b="1" dirty="0" smtClean="0"/>
              <a:t>Colores coordinados </a:t>
            </a:r>
          </a:p>
          <a:p>
            <a:pPr lvl="0">
              <a:buFontTx/>
              <a:buNone/>
            </a:pPr>
            <a:r>
              <a:rPr lang="es-ES" sz="1200" dirty="0" smtClean="0"/>
              <a:t>Preste especial atención a los gráficos, diagramas y cuadros de texto.</a:t>
            </a:r>
            <a:r>
              <a:rPr lang="es-ES" sz="1200" baseline="0" dirty="0" smtClean="0"/>
              <a:t> </a:t>
            </a:r>
            <a:endParaRPr lang="es-ES" sz="1200" dirty="0" smtClean="0"/>
          </a:p>
          <a:p>
            <a:pPr lvl="0"/>
            <a:r>
              <a:rPr lang="es-ES" sz="1200" dirty="0" smtClean="0"/>
              <a:t>Tenga en cuenta que los asistentes imprimirán en blanco y negro o </a:t>
            </a:r>
            <a:r>
              <a:rPr lang="es-ES" sz="1200" dirty="0" err="1" smtClean="0"/>
              <a:t>escala de grises</a:t>
            </a:r>
            <a:r>
              <a:rPr lang="es-ES" sz="1200" dirty="0" smtClean="0"/>
              <a:t>. Ejecute una prueba de impresión para asegurarse de que los colores son los correctos cuando se imprime en blanco y negro puros y </a:t>
            </a:r>
            <a:r>
              <a:rPr lang="es-ES" sz="1200" dirty="0" err="1" smtClean="0"/>
              <a:t>escala de grises</a:t>
            </a:r>
            <a:r>
              <a:rPr lang="es-ES" sz="1200" dirty="0" smtClean="0"/>
              <a:t>.</a:t>
            </a:r>
          </a:p>
          <a:p>
            <a:pPr lvl="0">
              <a:buFontTx/>
              <a:buNone/>
            </a:pPr>
            <a:endParaRPr lang="es-ES" sz="1200" dirty="0" smtClean="0"/>
          </a:p>
          <a:p>
            <a:pPr lvl="0">
              <a:buFontTx/>
              <a:buNone/>
            </a:pPr>
            <a:r>
              <a:rPr lang="es-ES" sz="1200" b="1" dirty="0" smtClean="0"/>
              <a:t>Gráficos y tablas</a:t>
            </a:r>
          </a:p>
          <a:p>
            <a:pPr lvl="0"/>
            <a:r>
              <a:rPr lang="es-ES" sz="1200" dirty="0" smtClean="0"/>
              <a:t>En breve: si es posible, use colores y estilos uniformes y que no distraigan.</a:t>
            </a:r>
          </a:p>
          <a:p>
            <a:pPr lvl="0"/>
            <a:r>
              <a:rPr lang="es-ES" sz="1200" dirty="0" smtClean="0"/>
              <a:t>Etiquete todos los gráficos y tablas.</a:t>
            </a:r>
          </a:p>
          <a:p>
            <a:endParaRPr lang="es-ES" dirty="0" smtClean="0"/>
          </a:p>
          <a:p>
            <a:endParaRPr lang="es-ES" dirty="0" smtClean="0"/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s-ES" smtClean="0"/>
              <a:pPr/>
              <a:t>1</a:t>
            </a:fld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s-ES" dirty="0" smtClean="0"/>
              <a:t>Ofrezca una breve descripción general de la presentación.</a:t>
            </a:r>
            <a:r>
              <a:rPr lang="es-ES" baseline="0" dirty="0" smtClean="0"/>
              <a:t> D</a:t>
            </a:r>
            <a:r>
              <a:rPr lang="es-ES" dirty="0" smtClean="0"/>
              <a:t>escriba el enfoque principal de la presentación y por qué es importante.</a:t>
            </a:r>
          </a:p>
          <a:p>
            <a:pPr>
              <a:lnSpc>
                <a:spcPct val="80000"/>
              </a:lnSpc>
            </a:pPr>
            <a:r>
              <a:rPr lang="es-ES" dirty="0" smtClean="0"/>
              <a:t>Introduzca cada uno de los principales temas.</a:t>
            </a:r>
          </a:p>
          <a:p>
            <a:r>
              <a:rPr lang="es-ES" dirty="0" smtClean="0"/>
              <a:t>Si desea proporcionar al público una guía,</a:t>
            </a:r>
            <a:r>
              <a:rPr lang="es-ES" baseline="0" dirty="0" smtClean="0"/>
              <a:t> puede </a:t>
            </a:r>
            <a:r>
              <a:rPr lang="es-ES" dirty="0" smtClean="0"/>
              <a:t>repetir esta diapositiva de información general a lo largo de toda la presentación, resaltando el tema particular que va a discutir a continuación.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s-ES" smtClean="0"/>
              <a:pPr/>
              <a:t>2</a:t>
            </a:fld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r>
              <a:rPr lang="es-ES" sz="1200" dirty="0" smtClean="0"/>
              <a:t>Ésta es otra opción</a:t>
            </a:r>
            <a:r>
              <a:rPr lang="es-ES" sz="1200" baseline="0" dirty="0" smtClean="0"/>
              <a:t> para una diapositiva Información general que usa transiciones.</a:t>
            </a:r>
            <a:endParaRPr lang="es-ES" sz="1200" dirty="0" smtClean="0"/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93FD4-8F83-4EF7-AC3F-0DC0388986B0}" type="slidenum">
              <a:rPr lang="es-ES" smtClean="0"/>
              <a:pPr/>
              <a:t>3</a:t>
            </a:fld>
            <a:endParaRPr 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93FD4-8F83-4EF7-AC3F-0DC0388986B0}" type="slidenum">
              <a:rPr lang="es-ES" smtClean="0"/>
              <a:pPr/>
              <a:t>4</a:t>
            </a:fld>
            <a:endParaRPr 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93FD4-8F83-4EF7-AC3F-0DC0388986B0}" type="slidenum">
              <a:rPr lang="es-ES" smtClean="0"/>
              <a:pPr/>
              <a:t>5</a:t>
            </a:fld>
            <a:endParaRPr 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93FD4-8F83-4EF7-AC3F-0DC0388986B0}" type="slidenum">
              <a:rPr lang="es-ES" smtClean="0"/>
              <a:pPr/>
              <a:t>6</a:t>
            </a:fld>
            <a:endParaRPr 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2" spcCol="182880">
            <a:noAutofit/>
          </a:bodyPr>
          <a:lstStyle/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lang="es-ES"/>
            </a:pPr>
            <a:r>
              <a:rPr lang="es-ES" sz="1200" dirty="0" smtClean="0"/>
              <a:t>Ésta es otra opción</a:t>
            </a:r>
            <a:r>
              <a:rPr lang="es-ES" sz="1200" baseline="0" dirty="0" smtClean="0"/>
              <a:t> para una diapositiva Información general.</a:t>
            </a:r>
            <a:endParaRPr lang="es-ES" sz="1200" dirty="0" smtClean="0"/>
          </a:p>
          <a:p>
            <a:pPr marL="228600" indent="-228600">
              <a:buFont typeface="+mj-lt"/>
              <a:buNone/>
            </a:pPr>
            <a:endParaRPr lang="es-ES" sz="1200" dirty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9750" y="503238"/>
            <a:ext cx="3143250" cy="2359025"/>
          </a:xfr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r>
              <a:rPr lang="es-ES" b="0" dirty="0" smtClean="0"/>
              <a:t>¿Qué</a:t>
            </a:r>
            <a:r>
              <a:rPr lang="es-ES" b="0" baseline="0" dirty="0" smtClean="0"/>
              <a:t> podrá hacer el público después de completar este curso?</a:t>
            </a:r>
            <a:r>
              <a:rPr lang="es-ES" dirty="0" smtClean="0"/>
              <a:t> Describa brevemente para cada objetivo cómo el público</a:t>
            </a:r>
            <a:r>
              <a:rPr lang="es-ES" baseline="0" dirty="0" smtClean="0"/>
              <a:t> </a:t>
            </a:r>
            <a:r>
              <a:rPr lang="es-ES" dirty="0" smtClean="0"/>
              <a:t>obtendrá beneficios de esta</a:t>
            </a:r>
            <a:r>
              <a:rPr lang="es-ES" baseline="0" dirty="0" smtClean="0"/>
              <a:t> presentación.</a:t>
            </a:r>
            <a:endParaRPr lang="es-E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s-ES" smtClean="0"/>
              <a:pPr/>
              <a:t>8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90800" y="2286000"/>
            <a:ext cx="6180224" cy="1470025"/>
          </a:xfrm>
        </p:spPr>
        <p:txBody>
          <a:bodyPr anchor="t"/>
          <a:lstStyle>
            <a:lvl1pPr algn="r" eaLnBrk="1" latinLnBrk="0" hangingPunct="1">
              <a:defRPr kumimoji="0" lang="es-ES" b="1" cap="small" baseline="0">
                <a:solidFill>
                  <a:srgbClr val="003300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0" y="4038600"/>
            <a:ext cx="4772528" cy="990600"/>
          </a:xfrm>
        </p:spPr>
        <p:txBody>
          <a:bodyPr>
            <a:normAutofit/>
          </a:bodyPr>
          <a:lstStyle>
            <a:lvl1pPr marL="0" indent="0" algn="r" eaLnBrk="1" latinLnBrk="0" hangingPunct="1">
              <a:buNone/>
              <a:defRPr kumimoji="0" lang="es-ES"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 eaLnBrk="1" latinLnBrk="0" hangingPunct="1">
              <a:buNone/>
              <a:defRPr kumimoji="0" lang="es-ES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eaLnBrk="1" latinLnBrk="0" hangingPunct="1">
              <a:buNone/>
              <a:defRPr kumimoji="0" lang="es-ES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eaLnBrk="1" latinLnBrk="0" hangingPunct="1">
              <a:buNone/>
              <a:defRPr kumimoji="0" lang="es-ES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eaLnBrk="1" latinLnBrk="0" hangingPunct="1">
              <a:buNone/>
              <a:defRPr kumimoji="0" lang="es-ES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eaLnBrk="1" latinLnBrk="0" hangingPunct="1">
              <a:buNone/>
              <a:defRPr kumimoji="0" lang="es-ES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eaLnBrk="1" latinLnBrk="0" hangingPunct="1">
              <a:buNone/>
              <a:defRPr kumimoji="0" lang="es-ES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eaLnBrk="1" latinLnBrk="0" hangingPunct="1">
              <a:buNone/>
              <a:defRPr kumimoji="0" lang="es-ES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eaLnBrk="1" latinLnBrk="0" hangingPunct="1">
              <a:buNone/>
              <a:defRPr kumimoji="0" lang="es-ES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eaLnBrk="1" latinLnBrk="0" hangingPunct="1"/>
            <a:r>
              <a:rPr lang="es-ES" smtClean="0"/>
              <a:t>Haga clic para modificar el estilo de subtítulo del patrón</a:t>
            </a:r>
            <a:endParaRPr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51"/>
            <a:ext cx="3721618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5105400"/>
            <a:ext cx="1828800" cy="990600"/>
          </a:xfrm>
        </p:spPr>
        <p:txBody>
          <a:bodyPr>
            <a:normAutofit/>
          </a:bodyPr>
          <a:lstStyle>
            <a:lvl1pPr marL="0" indent="0" algn="ctr" eaLnBrk="1" latinLnBrk="0" hangingPunct="1">
              <a:buNone/>
              <a:defRPr kumimoji="0" lang="es-ES" sz="2000" baseline="0"/>
            </a:lvl1pPr>
          </a:lstStyle>
          <a:p>
            <a:r>
              <a:rPr kumimoji="0" lang="es-ES"/>
              <a:t>Logotipo de la compañía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161049" y="-3176815"/>
            <a:ext cx="2819400" cy="9173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3048000"/>
            <a:ext cx="4343400" cy="1362075"/>
          </a:xfrm>
        </p:spPr>
        <p:txBody>
          <a:bodyPr anchor="b" anchorCtr="0"/>
          <a:lstStyle>
            <a:lvl1pPr algn="l" eaLnBrk="1" latinLnBrk="0" hangingPunct="1">
              <a:defRPr kumimoji="0" lang="es-ES" sz="4000" b="1" cap="small" baseline="0">
                <a:solidFill>
                  <a:srgbClr val="003300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pPr/>
              <a:t>12/17/2009</a:t>
            </a:fld>
            <a:endParaRPr kumimoji="0"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pPr/>
              <a:t>‹Nº›</a:t>
            </a:fld>
            <a:endParaRPr kumimoji="0" lang="es-E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781800" y="5334000"/>
            <a:ext cx="2133600" cy="990600"/>
          </a:xfrm>
        </p:spPr>
        <p:txBody>
          <a:bodyPr>
            <a:normAutofit/>
          </a:bodyPr>
          <a:lstStyle>
            <a:lvl1pPr marL="0" indent="0" algn="ctr" eaLnBrk="1" latinLnBrk="0" hangingPunct="1">
              <a:buNone/>
              <a:defRPr kumimoji="0" lang="es-ES" sz="1800"/>
            </a:lvl1pPr>
          </a:lstStyle>
          <a:p>
            <a:r>
              <a:rPr kumimoji="0" lang="es-ES"/>
              <a:t>Logotipo de la compañía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269632"/>
            <a:ext cx="8077200" cy="1143000"/>
          </a:xfrm>
        </p:spPr>
        <p:txBody>
          <a:bodyPr anchor="ctr" anchorCtr="0"/>
          <a:lstStyle>
            <a:lvl1pPr algn="l" eaLnBrk="1" latinLnBrk="0" hangingPunct="1">
              <a:defRPr kumimoji="0" lang="es-ES"/>
            </a:lvl1pPr>
          </a:lstStyle>
          <a:p>
            <a:r>
              <a:rPr kumimoji="0" lang="es-ES"/>
              <a:t>Haga clic para modificar el estilo de título del patrón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96413"/>
            <a:ext cx="8077200" cy="4297363"/>
          </a:xfrm>
        </p:spPr>
        <p:txBody>
          <a:bodyPr>
            <a:normAutofit/>
          </a:bodyPr>
          <a:lstStyle>
            <a:lvl1pPr eaLnBrk="1" latinLnBrk="0" hangingPunct="1">
              <a:defRPr kumimoji="0" lang="es-ES" sz="3200">
                <a:latin typeface="+mn-lt"/>
              </a:defRPr>
            </a:lvl1pPr>
            <a:lvl2pPr eaLnBrk="1" latinLnBrk="0" hangingPunct="1">
              <a:defRPr kumimoji="0" lang="es-ES" sz="2800">
                <a:latin typeface="+mn-lt"/>
              </a:defRPr>
            </a:lvl2pPr>
            <a:lvl3pPr eaLnBrk="1" latinLnBrk="0" hangingPunct="1">
              <a:defRPr kumimoji="0" lang="es-ES" sz="2400">
                <a:latin typeface="+mn-lt"/>
              </a:defRPr>
            </a:lvl3pPr>
            <a:lvl4pPr eaLnBrk="1" latinLnBrk="0" hangingPunct="1">
              <a:defRPr kumimoji="0" lang="es-ES" sz="2400">
                <a:latin typeface="+mn-lt"/>
              </a:defRPr>
            </a:lvl4pPr>
            <a:lvl5pPr eaLnBrk="1" latinLnBrk="0" hangingPunct="1">
              <a:defRPr kumimoji="0" lang="es-ES" sz="2400">
                <a:latin typeface="+mn-lt"/>
              </a:defRPr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pPr/>
              <a:t>12/17/2009</a:t>
            </a:fld>
            <a:endParaRPr kumimoji="0"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0"/>
            <a:ext cx="2133600" cy="365125"/>
          </a:xfrm>
        </p:spPr>
        <p:txBody>
          <a:bodyPr/>
          <a:lstStyle/>
          <a:p>
            <a:fld id="{33D6E5A2-EC83-451F-A719-9AC1370DD5CF}" type="slidenum">
              <a:pPr/>
              <a:t>‹Nº›</a:t>
            </a:fld>
            <a:endParaRPr kumimoji="0" lang="es-E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s-ES" smtClean="0"/>
              <a:t>Haga clic para modificar el estilo de título del patrón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4038600" cy="4525963"/>
          </a:xfrm>
        </p:spPr>
        <p:txBody>
          <a:bodyPr/>
          <a:lstStyle>
            <a:lvl1pPr eaLnBrk="1" latinLnBrk="0" hangingPunct="1">
              <a:defRPr kumimoji="0" lang="es-ES" sz="2800"/>
            </a:lvl1pPr>
            <a:lvl2pPr eaLnBrk="1" latinLnBrk="0" hangingPunct="1">
              <a:defRPr kumimoji="0" lang="es-ES" sz="2400"/>
            </a:lvl2pPr>
            <a:lvl3pPr eaLnBrk="1" latinLnBrk="0" hangingPunct="1">
              <a:defRPr kumimoji="0" lang="es-ES" sz="2000"/>
            </a:lvl3pPr>
            <a:lvl4pPr eaLnBrk="1" latinLnBrk="0" hangingPunct="1">
              <a:defRPr kumimoji="0" lang="es-ES" sz="1800"/>
            </a:lvl4pPr>
            <a:lvl5pPr eaLnBrk="1" latinLnBrk="0" hangingPunct="1">
              <a:defRPr kumimoji="0" lang="es-ES" sz="1800"/>
            </a:lvl5pPr>
            <a:lvl6pPr eaLnBrk="1" latinLnBrk="0" hangingPunct="1">
              <a:defRPr kumimoji="0" lang="es-ES" sz="1800"/>
            </a:lvl6pPr>
            <a:lvl7pPr eaLnBrk="1" latinLnBrk="0" hangingPunct="1">
              <a:defRPr kumimoji="0" lang="es-ES" sz="1800"/>
            </a:lvl7pPr>
            <a:lvl8pPr eaLnBrk="1" latinLnBrk="0" hangingPunct="1">
              <a:defRPr kumimoji="0" lang="es-ES" sz="1800"/>
            </a:lvl8pPr>
            <a:lvl9pPr eaLnBrk="1" latinLnBrk="0" hangingPunct="1">
              <a:defRPr kumimoji="0" lang="es-ES" sz="1800"/>
            </a:lvl9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4038600" cy="4525963"/>
          </a:xfrm>
        </p:spPr>
        <p:txBody>
          <a:bodyPr/>
          <a:lstStyle>
            <a:lvl1pPr eaLnBrk="1" latinLnBrk="0" hangingPunct="1">
              <a:defRPr kumimoji="0" lang="es-ES" sz="2800"/>
            </a:lvl1pPr>
            <a:lvl2pPr eaLnBrk="1" latinLnBrk="0" hangingPunct="1">
              <a:defRPr kumimoji="0" lang="es-ES" sz="2400"/>
            </a:lvl2pPr>
            <a:lvl3pPr eaLnBrk="1" latinLnBrk="0" hangingPunct="1">
              <a:defRPr kumimoji="0" lang="es-ES" sz="2000"/>
            </a:lvl3pPr>
            <a:lvl4pPr eaLnBrk="1" latinLnBrk="0" hangingPunct="1">
              <a:defRPr kumimoji="0" lang="es-ES" sz="1800"/>
            </a:lvl4pPr>
            <a:lvl5pPr eaLnBrk="1" latinLnBrk="0" hangingPunct="1">
              <a:defRPr kumimoji="0" lang="es-ES" sz="1800"/>
            </a:lvl5pPr>
            <a:lvl6pPr eaLnBrk="1" latinLnBrk="0" hangingPunct="1">
              <a:defRPr kumimoji="0" lang="es-ES" sz="1800"/>
            </a:lvl6pPr>
            <a:lvl7pPr eaLnBrk="1" latinLnBrk="0" hangingPunct="1">
              <a:defRPr kumimoji="0" lang="es-ES" sz="1800"/>
            </a:lvl7pPr>
            <a:lvl8pPr eaLnBrk="1" latinLnBrk="0" hangingPunct="1">
              <a:defRPr kumimoji="0" lang="es-ES" sz="1800"/>
            </a:lvl8pPr>
            <a:lvl9pPr eaLnBrk="1" latinLnBrk="0" hangingPunct="1">
              <a:defRPr kumimoji="0" lang="es-ES" sz="1800"/>
            </a:lvl9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pPr/>
              <a:t>12/17/2009</a:t>
            </a:fld>
            <a:endParaRPr kumimoji="0"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pPr/>
              <a:t>‹Nº›</a:t>
            </a:fld>
            <a:endParaRPr kumimoji="0" lang="es-E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eaLnBrk="1" latinLnBrk="0" hangingPunct="1">
              <a:defRPr kumimoji="0" lang="es-ES"/>
            </a:lvl1pPr>
          </a:lstStyle>
          <a:p>
            <a:pPr eaLnBrk="1" latinLnBrk="0" hangingPunct="1"/>
            <a:r>
              <a:rPr lang="es-ES" smtClean="0"/>
              <a:t>Haga clic para modificar el estilo de título del patrón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4040188" cy="639762"/>
          </a:xfrm>
        </p:spPr>
        <p:txBody>
          <a:bodyPr anchor="b"/>
          <a:lstStyle>
            <a:lvl1pPr marL="0" indent="0" eaLnBrk="1" latinLnBrk="0" hangingPunct="1">
              <a:buNone/>
              <a:defRPr kumimoji="0" lang="es-ES" sz="2400" b="1"/>
            </a:lvl1pPr>
            <a:lvl2pPr marL="457200" indent="0" eaLnBrk="1" latinLnBrk="0" hangingPunct="1">
              <a:buNone/>
              <a:defRPr kumimoji="0" lang="es-ES" sz="2000" b="1"/>
            </a:lvl2pPr>
            <a:lvl3pPr marL="914400" indent="0" eaLnBrk="1" latinLnBrk="0" hangingPunct="1">
              <a:buNone/>
              <a:defRPr kumimoji="0" lang="es-ES" sz="1800" b="1"/>
            </a:lvl3pPr>
            <a:lvl4pPr marL="1371600" indent="0" eaLnBrk="1" latinLnBrk="0" hangingPunct="1">
              <a:buNone/>
              <a:defRPr kumimoji="0" lang="es-ES" sz="1600" b="1"/>
            </a:lvl4pPr>
            <a:lvl5pPr marL="1828800" indent="0" eaLnBrk="1" latinLnBrk="0" hangingPunct="1">
              <a:buNone/>
              <a:defRPr kumimoji="0" lang="es-ES" sz="1600" b="1"/>
            </a:lvl5pPr>
            <a:lvl6pPr marL="2286000" indent="0" eaLnBrk="1" latinLnBrk="0" hangingPunct="1">
              <a:buNone/>
              <a:defRPr kumimoji="0" lang="es-ES" sz="1600" b="1"/>
            </a:lvl6pPr>
            <a:lvl7pPr marL="2743200" indent="0" eaLnBrk="1" latinLnBrk="0" hangingPunct="1">
              <a:buNone/>
              <a:defRPr kumimoji="0" lang="es-ES" sz="1600" b="1"/>
            </a:lvl7pPr>
            <a:lvl8pPr marL="3200400" indent="0" eaLnBrk="1" latinLnBrk="0" hangingPunct="1">
              <a:buNone/>
              <a:defRPr kumimoji="0" lang="es-ES" sz="1600" b="1"/>
            </a:lvl8pPr>
            <a:lvl9pPr marL="3657600" indent="0" eaLnBrk="1" latinLnBrk="0" hangingPunct="1">
              <a:buNone/>
              <a:defRPr kumimoji="0" lang="es-ES" sz="1600" b="1"/>
            </a:lvl9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174875"/>
            <a:ext cx="4040188" cy="3951288"/>
          </a:xfrm>
        </p:spPr>
        <p:txBody>
          <a:bodyPr/>
          <a:lstStyle>
            <a:lvl1pPr eaLnBrk="1" latinLnBrk="0" hangingPunct="1">
              <a:defRPr kumimoji="0" lang="es-ES" sz="2400"/>
            </a:lvl1pPr>
            <a:lvl2pPr eaLnBrk="1" latinLnBrk="0" hangingPunct="1">
              <a:defRPr kumimoji="0" lang="es-ES" sz="2000"/>
            </a:lvl2pPr>
            <a:lvl3pPr eaLnBrk="1" latinLnBrk="0" hangingPunct="1">
              <a:defRPr kumimoji="0" lang="es-ES" sz="1800"/>
            </a:lvl3pPr>
            <a:lvl4pPr eaLnBrk="1" latinLnBrk="0" hangingPunct="1">
              <a:defRPr kumimoji="0" lang="es-ES" sz="1600"/>
            </a:lvl4pPr>
            <a:lvl5pPr eaLnBrk="1" latinLnBrk="0" hangingPunct="1">
              <a:defRPr kumimoji="0" lang="es-ES" sz="1600"/>
            </a:lvl5pPr>
            <a:lvl6pPr eaLnBrk="1" latinLnBrk="0" hangingPunct="1">
              <a:defRPr kumimoji="0" lang="es-ES" sz="1600"/>
            </a:lvl6pPr>
            <a:lvl7pPr eaLnBrk="1" latinLnBrk="0" hangingPunct="1">
              <a:defRPr kumimoji="0" lang="es-ES" sz="1600"/>
            </a:lvl7pPr>
            <a:lvl8pPr eaLnBrk="1" latinLnBrk="0" hangingPunct="1">
              <a:defRPr kumimoji="0" lang="es-ES" sz="1600"/>
            </a:lvl8pPr>
            <a:lvl9pPr eaLnBrk="1" latinLnBrk="0" hangingPunct="1">
              <a:defRPr kumimoji="0" lang="es-ES" sz="1600"/>
            </a:lvl9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3625" y="1535113"/>
            <a:ext cx="4041775" cy="639762"/>
          </a:xfrm>
        </p:spPr>
        <p:txBody>
          <a:bodyPr anchor="b"/>
          <a:lstStyle>
            <a:lvl1pPr marL="0" indent="0" eaLnBrk="1" latinLnBrk="0" hangingPunct="1">
              <a:buNone/>
              <a:defRPr kumimoji="0" lang="es-ES" sz="2400" b="1"/>
            </a:lvl1pPr>
            <a:lvl2pPr marL="457200" indent="0" eaLnBrk="1" latinLnBrk="0" hangingPunct="1">
              <a:buNone/>
              <a:defRPr kumimoji="0" lang="es-ES" sz="2000" b="1"/>
            </a:lvl2pPr>
            <a:lvl3pPr marL="914400" indent="0" eaLnBrk="1" latinLnBrk="0" hangingPunct="1">
              <a:buNone/>
              <a:defRPr kumimoji="0" lang="es-ES" sz="1800" b="1"/>
            </a:lvl3pPr>
            <a:lvl4pPr marL="1371600" indent="0" eaLnBrk="1" latinLnBrk="0" hangingPunct="1">
              <a:buNone/>
              <a:defRPr kumimoji="0" lang="es-ES" sz="1600" b="1"/>
            </a:lvl4pPr>
            <a:lvl5pPr marL="1828800" indent="0" eaLnBrk="1" latinLnBrk="0" hangingPunct="1">
              <a:buNone/>
              <a:defRPr kumimoji="0" lang="es-ES" sz="1600" b="1"/>
            </a:lvl5pPr>
            <a:lvl6pPr marL="2286000" indent="0" eaLnBrk="1" latinLnBrk="0" hangingPunct="1">
              <a:buNone/>
              <a:defRPr kumimoji="0" lang="es-ES" sz="1600" b="1"/>
            </a:lvl6pPr>
            <a:lvl7pPr marL="2743200" indent="0" eaLnBrk="1" latinLnBrk="0" hangingPunct="1">
              <a:buNone/>
              <a:defRPr kumimoji="0" lang="es-ES" sz="1600" b="1"/>
            </a:lvl7pPr>
            <a:lvl8pPr marL="3200400" indent="0" eaLnBrk="1" latinLnBrk="0" hangingPunct="1">
              <a:buNone/>
              <a:defRPr kumimoji="0" lang="es-ES" sz="1600" b="1"/>
            </a:lvl8pPr>
            <a:lvl9pPr marL="3657600" indent="0" eaLnBrk="1" latinLnBrk="0" hangingPunct="1">
              <a:buNone/>
              <a:defRPr kumimoji="0" lang="es-ES" sz="1600" b="1"/>
            </a:lvl9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3625" y="2174875"/>
            <a:ext cx="4041775" cy="3951288"/>
          </a:xfrm>
        </p:spPr>
        <p:txBody>
          <a:bodyPr/>
          <a:lstStyle>
            <a:lvl1pPr eaLnBrk="1" latinLnBrk="0" hangingPunct="1">
              <a:defRPr kumimoji="0" lang="es-ES" sz="2400"/>
            </a:lvl1pPr>
            <a:lvl2pPr eaLnBrk="1" latinLnBrk="0" hangingPunct="1">
              <a:defRPr kumimoji="0" lang="es-ES" sz="2000"/>
            </a:lvl2pPr>
            <a:lvl3pPr eaLnBrk="1" latinLnBrk="0" hangingPunct="1">
              <a:defRPr kumimoji="0" lang="es-ES" sz="1800"/>
            </a:lvl3pPr>
            <a:lvl4pPr eaLnBrk="1" latinLnBrk="0" hangingPunct="1">
              <a:defRPr kumimoji="0" lang="es-ES" sz="1600"/>
            </a:lvl4pPr>
            <a:lvl5pPr eaLnBrk="1" latinLnBrk="0" hangingPunct="1">
              <a:defRPr kumimoji="0" lang="es-ES" sz="1600"/>
            </a:lvl5pPr>
            <a:lvl6pPr eaLnBrk="1" latinLnBrk="0" hangingPunct="1">
              <a:defRPr kumimoji="0" lang="es-ES" sz="1600"/>
            </a:lvl6pPr>
            <a:lvl7pPr eaLnBrk="1" latinLnBrk="0" hangingPunct="1">
              <a:defRPr kumimoji="0" lang="es-ES" sz="1600"/>
            </a:lvl7pPr>
            <a:lvl8pPr eaLnBrk="1" latinLnBrk="0" hangingPunct="1">
              <a:defRPr kumimoji="0" lang="es-ES" sz="1600"/>
            </a:lvl8pPr>
            <a:lvl9pPr eaLnBrk="1" latinLnBrk="0" hangingPunct="1">
              <a:defRPr kumimoji="0" lang="es-ES" sz="1600"/>
            </a:lvl9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pPr/>
              <a:t>12/17/2009</a:t>
            </a:fld>
            <a:endParaRPr kumimoji="0"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pPr/>
              <a:t>‹Nº›</a:t>
            </a:fld>
            <a:endParaRPr kumimoji="0" lang="es-ES"/>
          </a:p>
        </p:txBody>
      </p:sp>
    </p:spTree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3008313" cy="1162050"/>
          </a:xfrm>
        </p:spPr>
        <p:txBody>
          <a:bodyPr anchor="b"/>
          <a:lstStyle>
            <a:lvl1pPr algn="l" eaLnBrk="1" latinLnBrk="0" hangingPunct="1">
              <a:defRPr kumimoji="0" lang="es-ES" sz="2000" b="1"/>
            </a:lvl1pPr>
          </a:lstStyle>
          <a:p>
            <a:pPr eaLnBrk="1" latinLnBrk="0" hangingPunct="1"/>
            <a:r>
              <a:rPr lang="es-ES" smtClean="0"/>
              <a:t>Haga clic para modificar el estilo de título del patrón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3650" y="273050"/>
            <a:ext cx="5111750" cy="5853113"/>
          </a:xfrm>
        </p:spPr>
        <p:txBody>
          <a:bodyPr/>
          <a:lstStyle>
            <a:lvl1pPr eaLnBrk="1" latinLnBrk="0" hangingPunct="1">
              <a:defRPr kumimoji="0" lang="es-ES" sz="3200"/>
            </a:lvl1pPr>
            <a:lvl2pPr eaLnBrk="1" latinLnBrk="0" hangingPunct="1">
              <a:defRPr kumimoji="0" lang="es-ES" sz="2800"/>
            </a:lvl2pPr>
            <a:lvl3pPr eaLnBrk="1" latinLnBrk="0" hangingPunct="1">
              <a:defRPr kumimoji="0" lang="es-ES" sz="2400"/>
            </a:lvl3pPr>
            <a:lvl4pPr eaLnBrk="1" latinLnBrk="0" hangingPunct="1">
              <a:defRPr kumimoji="0" lang="es-ES" sz="2000"/>
            </a:lvl4pPr>
            <a:lvl5pPr eaLnBrk="1" latinLnBrk="0" hangingPunct="1">
              <a:defRPr kumimoji="0" lang="es-ES" sz="2000"/>
            </a:lvl5pPr>
            <a:lvl6pPr eaLnBrk="1" latinLnBrk="0" hangingPunct="1">
              <a:defRPr kumimoji="0" lang="es-ES" sz="2000"/>
            </a:lvl6pPr>
            <a:lvl7pPr eaLnBrk="1" latinLnBrk="0" hangingPunct="1">
              <a:defRPr kumimoji="0" lang="es-ES" sz="2000"/>
            </a:lvl7pPr>
            <a:lvl8pPr eaLnBrk="1" latinLnBrk="0" hangingPunct="1">
              <a:defRPr kumimoji="0" lang="es-ES" sz="2000"/>
            </a:lvl8pPr>
            <a:lvl9pPr eaLnBrk="1" latinLnBrk="0" hangingPunct="1">
              <a:defRPr kumimoji="0" lang="es-ES" sz="2000"/>
            </a:lvl9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1435100"/>
            <a:ext cx="3008313" cy="4691063"/>
          </a:xfrm>
        </p:spPr>
        <p:txBody>
          <a:bodyPr/>
          <a:lstStyle>
            <a:lvl1pPr marL="0" indent="0" eaLnBrk="1" latinLnBrk="0" hangingPunct="1">
              <a:buNone/>
              <a:defRPr kumimoji="0" lang="es-ES" sz="1400"/>
            </a:lvl1pPr>
            <a:lvl2pPr marL="457200" indent="0" eaLnBrk="1" latinLnBrk="0" hangingPunct="1">
              <a:buNone/>
              <a:defRPr kumimoji="0" lang="es-ES" sz="1200"/>
            </a:lvl2pPr>
            <a:lvl3pPr marL="914400" indent="0" eaLnBrk="1" latinLnBrk="0" hangingPunct="1">
              <a:buNone/>
              <a:defRPr kumimoji="0" lang="es-ES" sz="1000"/>
            </a:lvl3pPr>
            <a:lvl4pPr marL="1371600" indent="0" eaLnBrk="1" latinLnBrk="0" hangingPunct="1">
              <a:buNone/>
              <a:defRPr kumimoji="0" lang="es-ES" sz="900"/>
            </a:lvl4pPr>
            <a:lvl5pPr marL="1828800" indent="0" eaLnBrk="1" latinLnBrk="0" hangingPunct="1">
              <a:buNone/>
              <a:defRPr kumimoji="0" lang="es-ES" sz="900"/>
            </a:lvl5pPr>
            <a:lvl6pPr marL="2286000" indent="0" eaLnBrk="1" latinLnBrk="0" hangingPunct="1">
              <a:buNone/>
              <a:defRPr kumimoji="0" lang="es-ES" sz="900"/>
            </a:lvl6pPr>
            <a:lvl7pPr marL="2743200" indent="0" eaLnBrk="1" latinLnBrk="0" hangingPunct="1">
              <a:buNone/>
              <a:defRPr kumimoji="0" lang="es-ES" sz="900"/>
            </a:lvl7pPr>
            <a:lvl8pPr marL="3200400" indent="0" eaLnBrk="1" latinLnBrk="0" hangingPunct="1">
              <a:buNone/>
              <a:defRPr kumimoji="0" lang="es-ES" sz="900"/>
            </a:lvl8pPr>
            <a:lvl9pPr marL="3657600" indent="0" eaLnBrk="1" latinLnBrk="0" hangingPunct="1">
              <a:buNone/>
              <a:defRPr kumimoji="0" lang="es-ES" sz="900"/>
            </a:lvl9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pPr/>
              <a:t>12/17/2009</a:t>
            </a:fld>
            <a:endParaRPr kumimoji="0"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pPr/>
              <a:t>‹Nº›</a:t>
            </a:fld>
            <a:endParaRPr kumimoji="0" lang="es-E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 eaLnBrk="1" latinLnBrk="0" hangingPunct="1">
              <a:defRPr kumimoji="0" lang="es-ES" sz="2000" b="1"/>
            </a:lvl1pPr>
          </a:lstStyle>
          <a:p>
            <a:pPr eaLnBrk="1" latinLnBrk="0" hangingPunct="1"/>
            <a:r>
              <a:rPr lang="es-ES" smtClean="0"/>
              <a:t>Haga clic para modificar el estilo de título del patrón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 eaLnBrk="1" latinLnBrk="0" hangingPunct="1">
              <a:buNone/>
              <a:defRPr kumimoji="0" lang="es-ES" sz="3200"/>
            </a:lvl1pPr>
            <a:lvl2pPr marL="457200" indent="0" eaLnBrk="1" latinLnBrk="0" hangingPunct="1">
              <a:buNone/>
              <a:defRPr kumimoji="0" lang="es-ES" sz="2800"/>
            </a:lvl2pPr>
            <a:lvl3pPr marL="914400" indent="0" eaLnBrk="1" latinLnBrk="0" hangingPunct="1">
              <a:buNone/>
              <a:defRPr kumimoji="0" lang="es-ES" sz="2400"/>
            </a:lvl3pPr>
            <a:lvl4pPr marL="1371600" indent="0" eaLnBrk="1" latinLnBrk="0" hangingPunct="1">
              <a:buNone/>
              <a:defRPr kumimoji="0" lang="es-ES" sz="2000"/>
            </a:lvl4pPr>
            <a:lvl5pPr marL="1828800" indent="0" eaLnBrk="1" latinLnBrk="0" hangingPunct="1">
              <a:buNone/>
              <a:defRPr kumimoji="0" lang="es-ES" sz="2000"/>
            </a:lvl5pPr>
            <a:lvl6pPr marL="2286000" indent="0" eaLnBrk="1" latinLnBrk="0" hangingPunct="1">
              <a:buNone/>
              <a:defRPr kumimoji="0" lang="es-ES" sz="2000"/>
            </a:lvl6pPr>
            <a:lvl7pPr marL="2743200" indent="0" eaLnBrk="1" latinLnBrk="0" hangingPunct="1">
              <a:buNone/>
              <a:defRPr kumimoji="0" lang="es-ES" sz="2000"/>
            </a:lvl7pPr>
            <a:lvl8pPr marL="3200400" indent="0" eaLnBrk="1" latinLnBrk="0" hangingPunct="1">
              <a:buNone/>
              <a:defRPr kumimoji="0" lang="es-ES" sz="2000"/>
            </a:lvl8pPr>
            <a:lvl9pPr marL="3657600" indent="0" eaLnBrk="1" latinLnBrk="0" hangingPunct="1">
              <a:buNone/>
              <a:defRPr kumimoji="0" lang="es-ES" sz="2000"/>
            </a:lvl9pPr>
          </a:lstStyle>
          <a:p>
            <a:pPr eaLnBrk="1" latinLnBrk="0" hangingPunct="1"/>
            <a:r>
              <a:rPr lang="es-ES" smtClean="0"/>
              <a:t>Haga clic en el icono para agregar una imagen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eaLnBrk="1" latinLnBrk="0" hangingPunct="1">
              <a:buNone/>
              <a:defRPr kumimoji="0" lang="es-ES" sz="1400"/>
            </a:lvl1pPr>
            <a:lvl2pPr marL="457200" indent="0" eaLnBrk="1" latinLnBrk="0" hangingPunct="1">
              <a:buNone/>
              <a:defRPr kumimoji="0" lang="es-ES" sz="1200"/>
            </a:lvl2pPr>
            <a:lvl3pPr marL="914400" indent="0" eaLnBrk="1" latinLnBrk="0" hangingPunct="1">
              <a:buNone/>
              <a:defRPr kumimoji="0" lang="es-ES" sz="1000"/>
            </a:lvl3pPr>
            <a:lvl4pPr marL="1371600" indent="0" eaLnBrk="1" latinLnBrk="0" hangingPunct="1">
              <a:buNone/>
              <a:defRPr kumimoji="0" lang="es-ES" sz="900"/>
            </a:lvl4pPr>
            <a:lvl5pPr marL="1828800" indent="0" eaLnBrk="1" latinLnBrk="0" hangingPunct="1">
              <a:buNone/>
              <a:defRPr kumimoji="0" lang="es-ES" sz="900"/>
            </a:lvl5pPr>
            <a:lvl6pPr marL="2286000" indent="0" eaLnBrk="1" latinLnBrk="0" hangingPunct="1">
              <a:buNone/>
              <a:defRPr kumimoji="0" lang="es-ES" sz="900"/>
            </a:lvl6pPr>
            <a:lvl7pPr marL="2743200" indent="0" eaLnBrk="1" latinLnBrk="0" hangingPunct="1">
              <a:buNone/>
              <a:defRPr kumimoji="0" lang="es-ES" sz="900"/>
            </a:lvl7pPr>
            <a:lvl8pPr marL="3200400" indent="0" eaLnBrk="1" latinLnBrk="0" hangingPunct="1">
              <a:buNone/>
              <a:defRPr kumimoji="0" lang="es-ES" sz="900"/>
            </a:lvl8pPr>
            <a:lvl9pPr marL="3657600" indent="0" eaLnBrk="1" latinLnBrk="0" hangingPunct="1">
              <a:buNone/>
              <a:defRPr kumimoji="0" lang="es-ES" sz="900"/>
            </a:lvl9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pPr/>
              <a:t>12/17/2009</a:t>
            </a:fld>
            <a:endParaRPr kumimoji="0"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pPr/>
              <a:t>‹Nº›</a:t>
            </a:fld>
            <a:endParaRPr kumimoji="0" lang="es-ES"/>
          </a:p>
        </p:txBody>
      </p:sp>
    </p:spTree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s-ES" smtClean="0"/>
              <a:t>Haga clic para modificar el estilo de título del patrón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pPr/>
              <a:t>12/17/2009</a:t>
            </a:fld>
            <a:endParaRPr kumimoji="0"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pPr/>
              <a:t>‹Nº›</a:t>
            </a:fld>
            <a:endParaRPr kumimoji="0" lang="es-ES"/>
          </a:p>
        </p:txBody>
      </p:sp>
    </p:spTree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y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38"/>
            <a:ext cx="2057400" cy="5851525"/>
          </a:xfrm>
        </p:spPr>
        <p:txBody>
          <a:bodyPr vert="eaVert"/>
          <a:lstStyle/>
          <a:p>
            <a:pPr eaLnBrk="1" latinLnBrk="0" hangingPunct="1"/>
            <a:r>
              <a:rPr lang="es-ES" smtClean="0"/>
              <a:t>Haga clic para modificar el estilo de título del patrón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274638"/>
            <a:ext cx="58674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pPr/>
              <a:t>12/17/2009</a:t>
            </a:fld>
            <a:endParaRPr kumimoji="0"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pPr/>
              <a:t>‹Nº›</a:t>
            </a:fld>
            <a:endParaRPr kumimoji="0" lang="es-ES"/>
          </a:p>
        </p:txBody>
      </p:sp>
    </p:spTree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s-ES" smtClean="0"/>
              <a:t>Haga clic para modificar el estilo de título del patrón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pPr/>
              <a:t>12/17/2009</a:t>
            </a:fld>
            <a:endParaRPr kumimoji="0"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pPr/>
              <a:t>‹Nº›</a:t>
            </a:fld>
            <a:endParaRPr kumimoji="0" lang="es-E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pPr/>
              <a:t>12/17/2009</a:t>
            </a:fld>
            <a:endParaRPr kumimoji="0"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pPr/>
              <a:t>‹Nº›</a:t>
            </a:fld>
            <a:endParaRPr kumimoji="0" lang="es-E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o el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356350"/>
            <a:ext cx="2133600" cy="365125"/>
          </a:xfrm>
        </p:spPr>
        <p:txBody>
          <a:bodyPr/>
          <a:lstStyle/>
          <a:p>
            <a:fld id="{757B281C-5159-4971-8228-52B9A72E9ED2}" type="datetimeFigureOut">
              <a:pPr/>
              <a:t>12/17/2009</a:t>
            </a:fld>
            <a:endParaRPr kumimoji="0"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56350"/>
            <a:ext cx="2895600" cy="365125"/>
          </a:xfrm>
        </p:spPr>
        <p:txBody>
          <a:bodyPr/>
          <a:lstStyle/>
          <a:p>
            <a:endParaRPr kumimoji="0" lang="es-E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0"/>
            <a:ext cx="2133600" cy="365125"/>
          </a:xfrm>
        </p:spPr>
        <p:txBody>
          <a:bodyPr/>
          <a:lstStyle/>
          <a:p>
            <a:fld id="{33D6E5A2-EC83-451F-A719-9AC1370DD5CF}" type="slidenum">
              <a:pPr/>
              <a:t>‹Nº›</a:t>
            </a:fld>
            <a:endParaRPr kumimoji="0" lang="es-E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8077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eaLnBrk="1" latinLnBrk="0" hangingPunct="1"/>
            <a:r>
              <a:rPr kumimoji="0" lang="es-ES" smtClean="0"/>
              <a:t>Haga clic para modificar el estilo de título del patrón</a:t>
            </a:r>
            <a:endParaRPr kumimoji="0" lang="en-US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00200"/>
            <a:ext cx="8077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latinLnBrk="0" hangingPunct="1">
              <a:defRPr kumimoji="0"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B281C-5159-4971-8228-52B9A72E9ED2}" type="datetimeFigureOut">
              <a:pPr/>
              <a:t>12/17/2009</a:t>
            </a:fld>
            <a:endParaRPr kumimoji="0"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28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latinLnBrk="0" hangingPunct="1">
              <a:defRPr kumimoji="0"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0"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056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latinLnBrk="0" hangingPunct="1">
              <a:defRPr kumimoji="0"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E5A2-EC83-451F-A719-9AC1370DD5CF}" type="slidenum">
              <a:pPr/>
              <a:t>‹Nº›</a:t>
            </a:fld>
            <a:endParaRPr kumimoji="0" lang="es-E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2400" y="-109183"/>
            <a:ext cx="818707" cy="708318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  <p:sldLayoutId id="2147483654" r:id="rId10"/>
    <p:sldLayoutId id="2147483655" r:id="rId11"/>
    <p:sldLayoutId id="2147483663" r:id="rId12"/>
  </p:sldLayoutIdLst>
  <p:transition spd="slow">
    <p:wipe dir="d"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kumimoji="0" lang="es-ES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0"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0"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0"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0"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0"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0" lang="es-ES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0" lang="es-ES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0" lang="es-ES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0" lang="es-ES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kumimoji="0" lang="es-ES"/>
      </a:defPPr>
      <a:lvl1pPr marL="0" algn="l" defTabSz="914400" rtl="0" eaLnBrk="1" latinLnBrk="0" hangingPunct="1">
        <a:defRPr kumimoji="0"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0"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0"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0"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0"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0"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0"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0"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0"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699792" y="1484784"/>
            <a:ext cx="6180224" cy="2880320"/>
          </a:xfrm>
        </p:spPr>
        <p:txBody>
          <a:bodyPr>
            <a:normAutofit/>
          </a:bodyPr>
          <a:lstStyle/>
          <a:p>
            <a:pPr algn="ctr"/>
            <a:r>
              <a:rPr lang="es-AR" dirty="0"/>
              <a:t>Simulación de Proceso ETL y Data Lake para Análisis de Transporte Urbano</a:t>
            </a:r>
            <a:endParaRPr lang="es-ES" dirty="0"/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s-AR" b="1" dirty="0"/>
              <a:t>Objetivo del Proyecto</a:t>
            </a:r>
            <a:endParaRPr lang="es-E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s-MX" dirty="0"/>
              <a:t>Crear un sistema para extraer, limpiar, transformar y analizar datos de transporte urbano.</a:t>
            </a:r>
          </a:p>
          <a:p>
            <a:r>
              <a:rPr lang="es-MX" dirty="0"/>
              <a:t>Generar una base de datos para análisis de movilidad y sustentabilidad.</a:t>
            </a:r>
          </a:p>
        </p:txBody>
      </p:sp>
    </p:spTree>
    <p:custDataLst>
      <p:tags r:id="rId1"/>
    </p:custData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67544" y="1700808"/>
            <a:ext cx="6781800" cy="38087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MX" sz="3200" b="1" dirty="0"/>
              <a:t>Descripción de las Capas:</a:t>
            </a:r>
            <a:endParaRPr lang="es-MX" sz="3200" dirty="0"/>
          </a:p>
          <a:p>
            <a:pPr lvl="1"/>
            <a:r>
              <a:rPr lang="es-MX" sz="3200" b="1" dirty="0" err="1"/>
              <a:t>Bronze</a:t>
            </a:r>
            <a:r>
              <a:rPr lang="es-MX" sz="3200" b="1" dirty="0"/>
              <a:t>:</a:t>
            </a:r>
            <a:r>
              <a:rPr lang="es-MX" sz="3200" dirty="0"/>
              <a:t> Datos crudos, tal como se reciben.</a:t>
            </a:r>
          </a:p>
          <a:p>
            <a:pPr lvl="1"/>
            <a:r>
              <a:rPr lang="es-MX" sz="3200" b="1" dirty="0" err="1"/>
              <a:t>Silver</a:t>
            </a:r>
            <a:r>
              <a:rPr lang="es-MX" sz="3200" b="1" dirty="0"/>
              <a:t>:</a:t>
            </a:r>
            <a:r>
              <a:rPr lang="es-MX" sz="3200" dirty="0"/>
              <a:t> Datos limpios y transformados, listos para el análisis.</a:t>
            </a:r>
          </a:p>
          <a:p>
            <a:pPr lvl="1"/>
            <a:r>
              <a:rPr lang="es-MX" sz="3200" b="1" dirty="0"/>
              <a:t>Gold:</a:t>
            </a:r>
            <a:r>
              <a:rPr lang="es-MX" sz="3200" dirty="0"/>
              <a:t> Datos agregados y resumidos para generar informes y análisis.</a:t>
            </a:r>
          </a:p>
          <a:p>
            <a:endParaRPr lang="es-ES" sz="115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9479" y="-1132542"/>
            <a:ext cx="7765662" cy="16476125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62000" y="269632"/>
            <a:ext cx="80772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es-E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/>
              <a:t>Arquitectura del Data Lake</a:t>
            </a:r>
            <a:endParaRPr lang="es-AR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411760" y="1628800"/>
            <a:ext cx="6427440" cy="44446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s-MX" sz="3200" dirty="0"/>
              <a:t>Capa </a:t>
            </a:r>
            <a:r>
              <a:rPr lang="es-MX" sz="3200" dirty="0" err="1"/>
              <a:t>Bronze</a:t>
            </a:r>
            <a:r>
              <a:rPr lang="es-MX" sz="3200" dirty="0"/>
              <a:t> – Datos Crudos</a:t>
            </a:r>
          </a:p>
          <a:p>
            <a:r>
              <a:rPr lang="es-MX" sz="3200" b="1" dirty="0"/>
              <a:t>Descripción:</a:t>
            </a:r>
            <a:endParaRPr lang="es-MX" sz="3200" dirty="0"/>
          </a:p>
          <a:p>
            <a:pPr lvl="1"/>
            <a:r>
              <a:rPr lang="es-MX" sz="3200" dirty="0"/>
              <a:t>Importación del archivo CSV 'viajes_transporte.csv' a la tabla '</a:t>
            </a:r>
            <a:r>
              <a:rPr lang="es-MX" sz="3200" dirty="0" err="1"/>
              <a:t>bronze_viajes</a:t>
            </a:r>
            <a:r>
              <a:rPr lang="es-MX" sz="3200" dirty="0" smtClean="0"/>
              <a:t>'.</a:t>
            </a:r>
            <a:endParaRPr lang="es-MX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953000" y="0"/>
            <a:ext cx="7765662" cy="16476125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62000" y="269632"/>
            <a:ext cx="80772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es-E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/>
              <a:t>Arquitectura del Data Lake</a:t>
            </a:r>
            <a:endParaRPr lang="es-AR" dirty="0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483768" y="1435289"/>
            <a:ext cx="6047928" cy="4084260"/>
          </a:xfrm>
          <a:prstGeom prst="rect">
            <a:avLst/>
          </a:prstGeom>
          <a:noFill/>
        </p:spPr>
        <p:txBody>
          <a:bodyPr wrap="square" rtlCol="0">
            <a:normAutofit fontScale="47500" lnSpcReduction="20000"/>
          </a:bodyPr>
          <a:lstStyle/>
          <a:p>
            <a:r>
              <a:rPr lang="es-MX" sz="5800" dirty="0"/>
              <a:t>Capa </a:t>
            </a:r>
            <a:r>
              <a:rPr lang="es-MX" sz="5800" dirty="0" err="1"/>
              <a:t>Silver</a:t>
            </a:r>
            <a:r>
              <a:rPr lang="es-MX" sz="5800" dirty="0"/>
              <a:t> – Limpieza y Transformación</a:t>
            </a:r>
          </a:p>
          <a:p>
            <a:r>
              <a:rPr lang="es-MX" sz="5800" b="1" dirty="0"/>
              <a:t>Descripción:</a:t>
            </a:r>
            <a:endParaRPr lang="es-MX" sz="5800" dirty="0"/>
          </a:p>
          <a:p>
            <a:pPr lvl="1"/>
            <a:r>
              <a:rPr lang="es-MX" sz="5800" dirty="0"/>
              <a:t>Transformaciones aplicadas a la tabla '</a:t>
            </a:r>
            <a:r>
              <a:rPr lang="es-MX" sz="5800" dirty="0" err="1"/>
              <a:t>bronze_viajes</a:t>
            </a:r>
            <a:r>
              <a:rPr lang="es-MX" sz="5800" dirty="0"/>
              <a:t>' para crear '</a:t>
            </a:r>
            <a:r>
              <a:rPr lang="es-MX" sz="5800" dirty="0" err="1"/>
              <a:t>silver_viajes</a:t>
            </a:r>
            <a:r>
              <a:rPr lang="es-MX" sz="5800" dirty="0" smtClean="0"/>
              <a:t>'.</a:t>
            </a:r>
          </a:p>
          <a:p>
            <a:pPr lvl="1"/>
            <a:r>
              <a:rPr lang="es-MX" sz="5800" dirty="0" smtClean="0"/>
              <a:t>uso </a:t>
            </a:r>
            <a:r>
              <a:rPr lang="es-MX" sz="5800" dirty="0"/>
              <a:t>de IFNULL, UPPER, CONCAT para limpieza y transformación.</a:t>
            </a:r>
          </a:p>
          <a:p>
            <a:r>
              <a:rPr lang="es-MX" dirty="0"/>
              <a:t/>
            </a:r>
            <a:br>
              <a:rPr lang="es-MX" dirty="0"/>
            </a:br>
            <a:endParaRPr lang="es-ES" sz="7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963332" y="-6858000"/>
            <a:ext cx="7765662" cy="164761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20753331" flipH="1">
            <a:off x="-316180" y="3775286"/>
            <a:ext cx="2895600" cy="3390489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62000" y="269632"/>
            <a:ext cx="80772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es-E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/>
              <a:t>Arquitectura del Data Lake</a:t>
            </a:r>
            <a:endParaRPr lang="es-AR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088272" y="1628800"/>
            <a:ext cx="6194648" cy="3624808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r>
              <a:rPr lang="es-MX" sz="3600" dirty="0"/>
              <a:t>Capa Gold – Datos Analíticos</a:t>
            </a:r>
          </a:p>
          <a:p>
            <a:r>
              <a:rPr lang="es-MX" sz="3600" b="1" dirty="0"/>
              <a:t>Descripción:</a:t>
            </a:r>
            <a:endParaRPr lang="es-MX" sz="3600" dirty="0"/>
          </a:p>
          <a:p>
            <a:pPr lvl="1"/>
            <a:r>
              <a:rPr lang="es-MX" sz="3600" dirty="0"/>
              <a:t>Creación de la tabla '</a:t>
            </a:r>
            <a:r>
              <a:rPr lang="es-MX" sz="3600" dirty="0" err="1"/>
              <a:t>gold_analisis_viajes</a:t>
            </a:r>
            <a:r>
              <a:rPr lang="es-MX" sz="3600" dirty="0"/>
              <a:t>' con datos agregados por línea y ramal.</a:t>
            </a:r>
          </a:p>
          <a:p>
            <a:pPr lvl="1"/>
            <a:r>
              <a:rPr lang="es-MX" sz="3600" dirty="0"/>
              <a:t>Uso de funciones agregadas como COUNT, SUM, AVG</a:t>
            </a:r>
            <a:r>
              <a:rPr lang="es-MX" dirty="0"/>
              <a:t>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20753331" flipH="1">
            <a:off x="108261" y="-3142205"/>
            <a:ext cx="2895600" cy="6861081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62000" y="269632"/>
            <a:ext cx="80772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es-E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/>
              <a:t>Arquitectura del Data Lake</a:t>
            </a:r>
            <a:endParaRPr lang="es-AR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01752"/>
            <a:ext cx="8077200" cy="1143000"/>
          </a:xfrm>
        </p:spPr>
        <p:txBody>
          <a:bodyPr/>
          <a:lstStyle/>
          <a:p>
            <a:r>
              <a:rPr lang="es-AR" b="1" dirty="0"/>
              <a:t>Resultados de las Consultas</a:t>
            </a:r>
            <a:endParaRPr lang="es-ES" dirty="0"/>
          </a:p>
        </p:txBody>
      </p:sp>
      <p:sp>
        <p:nvSpPr>
          <p:cNvPr id="4" name="TextBox 6"/>
          <p:cNvSpPr txBox="1"/>
          <p:nvPr/>
        </p:nvSpPr>
        <p:spPr>
          <a:xfrm>
            <a:off x="2088272" y="1628800"/>
            <a:ext cx="6194648" cy="79208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AR" sz="3600" b="1" dirty="0"/>
              <a:t>Línea con más pasajeros</a:t>
            </a:r>
            <a:endParaRPr lang="es-MX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636912"/>
            <a:ext cx="4078758" cy="1874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41248" y="301752"/>
            <a:ext cx="8077200" cy="1143000"/>
          </a:xfrm>
        </p:spPr>
        <p:txBody>
          <a:bodyPr/>
          <a:lstStyle/>
          <a:p>
            <a:r>
              <a:rPr lang="es-AR" b="1" dirty="0"/>
              <a:t>Resultados de las Consultas</a:t>
            </a:r>
            <a:endParaRPr lang="es-ES" dirty="0"/>
          </a:p>
        </p:txBody>
      </p:sp>
      <p:sp>
        <p:nvSpPr>
          <p:cNvPr id="9" name="TextBox 6"/>
          <p:cNvSpPr txBox="1"/>
          <p:nvPr/>
        </p:nvSpPr>
        <p:spPr>
          <a:xfrm>
            <a:off x="2088272" y="1628800"/>
            <a:ext cx="6194648" cy="792088"/>
          </a:xfrm>
          <a:prstGeom prst="rect">
            <a:avLst/>
          </a:prstGeom>
          <a:noFill/>
        </p:spPr>
        <p:txBody>
          <a:bodyPr wrap="square" rtlCol="0">
            <a:normAutofit fontScale="77500" lnSpcReduction="20000"/>
          </a:bodyPr>
          <a:lstStyle/>
          <a:p>
            <a:r>
              <a:rPr lang="es-MX" sz="3600" b="1" dirty="0"/>
              <a:t>Línea con mayor recaudación promedio</a:t>
            </a:r>
            <a:endParaRPr lang="es-MX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446784"/>
            <a:ext cx="6050979" cy="2016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841248" y="301752"/>
            <a:ext cx="8077200" cy="1143000"/>
          </a:xfrm>
        </p:spPr>
        <p:txBody>
          <a:bodyPr/>
          <a:lstStyle/>
          <a:p>
            <a:r>
              <a:rPr lang="es-AR" b="1" dirty="0"/>
              <a:t>Resultados de las Consultas</a:t>
            </a:r>
            <a:endParaRPr lang="es-ES" dirty="0"/>
          </a:p>
        </p:txBody>
      </p:sp>
      <p:sp>
        <p:nvSpPr>
          <p:cNvPr id="4" name="TextBox 6"/>
          <p:cNvSpPr txBox="1"/>
          <p:nvPr/>
        </p:nvSpPr>
        <p:spPr>
          <a:xfrm>
            <a:off x="2088272" y="1628800"/>
            <a:ext cx="6194648" cy="79208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AR" sz="2800" b="1" dirty="0"/>
              <a:t>Trayectos más recorridos</a:t>
            </a:r>
            <a:endParaRPr lang="es-MX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260456"/>
            <a:ext cx="4268302" cy="3515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502991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841248" y="301752"/>
            <a:ext cx="8077200" cy="1143000"/>
          </a:xfrm>
        </p:spPr>
        <p:txBody>
          <a:bodyPr/>
          <a:lstStyle/>
          <a:p>
            <a:r>
              <a:rPr lang="es-AR" b="1" dirty="0"/>
              <a:t>Resultados de las Consultas</a:t>
            </a:r>
            <a:endParaRPr lang="es-ES" dirty="0"/>
          </a:p>
        </p:txBody>
      </p:sp>
      <p:sp>
        <p:nvSpPr>
          <p:cNvPr id="5" name="TextBox 6"/>
          <p:cNvSpPr txBox="1"/>
          <p:nvPr/>
        </p:nvSpPr>
        <p:spPr>
          <a:xfrm>
            <a:off x="2088272" y="1628800"/>
            <a:ext cx="6194648" cy="79208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AR" sz="2800" b="1" dirty="0"/>
              <a:t>Día con más viajes</a:t>
            </a:r>
            <a:endParaRPr lang="es-MX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708920"/>
            <a:ext cx="7453728" cy="216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1522727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841248" y="301752"/>
            <a:ext cx="8077200" cy="1143000"/>
          </a:xfrm>
        </p:spPr>
        <p:txBody>
          <a:bodyPr/>
          <a:lstStyle/>
          <a:p>
            <a:r>
              <a:rPr lang="es-AR" b="1" dirty="0"/>
              <a:t>Resultados de las Consultas</a:t>
            </a:r>
            <a:endParaRPr lang="es-ES" dirty="0"/>
          </a:p>
        </p:txBody>
      </p:sp>
      <p:sp>
        <p:nvSpPr>
          <p:cNvPr id="4" name="TextBox 6"/>
          <p:cNvSpPr txBox="1"/>
          <p:nvPr/>
        </p:nvSpPr>
        <p:spPr>
          <a:xfrm>
            <a:off x="2088272" y="1628800"/>
            <a:ext cx="6194648" cy="792088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r>
              <a:rPr lang="es-MX" sz="2800" b="1" dirty="0"/>
              <a:t>Porcentaje de viajes con recaudación cero</a:t>
            </a:r>
            <a:endParaRPr lang="es-MX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356992"/>
            <a:ext cx="6669105" cy="1820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645486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I2DOt6RzRcU51QxdhNew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GzTPKJNXuuOK4v20iPS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gLLkbNYfJYmMS8cGCr6Zqx"/>
</p:tagLst>
</file>

<file path=ppt/theme/theme1.xml><?xml version="1.0" encoding="utf-8"?>
<a:theme xmlns:a="http://schemas.openxmlformats.org/drawingml/2006/main" name="Entrenamient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Training</Template>
  <TotalTime>0</TotalTime>
  <Words>485</Words>
  <Application>Microsoft Office PowerPoint</Application>
  <PresentationFormat>Presentación en pantalla (4:3)</PresentationFormat>
  <Paragraphs>64</Paragraphs>
  <Slides>11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Entrenamiento</vt:lpstr>
      <vt:lpstr>Simulación de Proceso ETL y Data Lake para Análisis de Transporte Urbano</vt:lpstr>
      <vt:lpstr>Objetivo del Proyecto</vt:lpstr>
      <vt:lpstr>Presentación de PowerPoint</vt:lpstr>
      <vt:lpstr>Presentación de PowerPoint</vt:lpstr>
      <vt:lpstr>Presentación de PowerPoint</vt:lpstr>
      <vt:lpstr>Presentación de PowerPoint</vt:lpstr>
      <vt:lpstr>Resultados de las Consultas</vt:lpstr>
      <vt:lpstr>Resultados de las Consultas</vt:lpstr>
      <vt:lpstr>Resultados de las Consultas</vt:lpstr>
      <vt:lpstr>Resultados de las Consultas</vt:lpstr>
      <vt:lpstr>Resultados de las Consultas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2025-07-14T21:12:49Z</dcterms:created>
  <dcterms:modified xsi:type="dcterms:W3CDTF">2025-07-14T21:59:03Z</dcterms:modified>
</cp:coreProperties>
</file>